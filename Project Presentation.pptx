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J8L8rZvXpIpP40bJJTgxOGqaY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a1cccf001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a1cccf001b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1cccf001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a1cccf001b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1cccf001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a1cccf001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cccf001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a1cccf001b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1cccf001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a1cccf001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1cccf001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a1cccf001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1cccf001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a1cccf001b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1cccf00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a1cccf001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35decbfc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35decbfcc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35decbfc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35decbfcc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35decbfc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a35decbfcc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1700808"/>
            <a:ext cx="7772400" cy="794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C0081"/>
              </a:buClr>
              <a:buSzPts val="4000"/>
              <a:buFont typeface="Calibri"/>
              <a:buNone/>
              <a:defRPr b="1" sz="4000" cap="none">
                <a:solidFill>
                  <a:srgbClr val="DC008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683568" y="2495327"/>
            <a:ext cx="7776864" cy="62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80"/>
              </a:spcBef>
              <a:spcAft>
                <a:spcPts val="0"/>
              </a:spcAft>
              <a:buClr>
                <a:srgbClr val="280099"/>
              </a:buClr>
              <a:buSzPts val="3400"/>
              <a:buChar char="•"/>
              <a:defRPr b="1" i="1" sz="3400">
                <a:solidFill>
                  <a:srgbClr val="280099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b="1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0" name="Google Shape;20;p12"/>
          <p:cNvCxnSpPr/>
          <p:nvPr/>
        </p:nvCxnSpPr>
        <p:spPr>
          <a:xfrm flipH="1" rot="10800000">
            <a:off x="457200" y="822722"/>
            <a:ext cx="8229600" cy="15783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2670" y="16771"/>
            <a:ext cx="1449153" cy="79017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2"/>
          <p:cNvSpPr/>
          <p:nvPr/>
        </p:nvSpPr>
        <p:spPr>
          <a:xfrm>
            <a:off x="444243" y="6496883"/>
            <a:ext cx="874439" cy="3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1" i="0" lang="en-US" sz="1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/ 9</a:t>
            </a:r>
            <a:endParaRPr/>
          </a:p>
        </p:txBody>
      </p:sp>
      <p:cxnSp>
        <p:nvCxnSpPr>
          <p:cNvPr id="23" name="Google Shape;23;p12"/>
          <p:cNvCxnSpPr/>
          <p:nvPr/>
        </p:nvCxnSpPr>
        <p:spPr>
          <a:xfrm>
            <a:off x="444243" y="6496883"/>
            <a:ext cx="874439" cy="0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/>
          <p:nvPr>
            <p:ph type="ctrTitle"/>
          </p:nvPr>
        </p:nvSpPr>
        <p:spPr>
          <a:xfrm>
            <a:off x="391999" y="2316077"/>
            <a:ext cx="8382000" cy="827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70C0"/>
                </a:solidFill>
              </a:rPr>
              <a:t>ISP392</a:t>
            </a:r>
            <a:r>
              <a:rPr lang="en-US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FINAL PROJECT PRESENTATION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1043607" y="3143248"/>
            <a:ext cx="7056785" cy="100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Noto Sans Symbols"/>
              <a:buNone/>
            </a:pPr>
            <a:r>
              <a:rPr b="1" i="1" lang="en-US" sz="3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ISP392_Group2</a:t>
            </a:r>
            <a:endParaRPr/>
          </a:p>
        </p:txBody>
      </p:sp>
      <p:pic>
        <p:nvPicPr>
          <p:cNvPr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840" y="369158"/>
            <a:ext cx="2512194" cy="1369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41" name="Google Shape;41;p2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86080" lvl="0" marL="457200" rtl="0" algn="l">
              <a:spcBef>
                <a:spcPts val="480"/>
              </a:spcBef>
              <a:spcAft>
                <a:spcPts val="0"/>
              </a:spcAft>
              <a:buSzPct val="100000"/>
              <a:buChar char="-"/>
            </a:pPr>
            <a:r>
              <a:rPr lang="en-US" sz="3200"/>
              <a:t>Product Introduction &amp; Scope</a:t>
            </a:r>
            <a:endParaRPr sz="3200"/>
          </a:p>
          <a:p>
            <a:pPr indent="-194310" lvl="2" marL="114300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ct val="75000"/>
              <a:buChar char="•"/>
            </a:pPr>
            <a:r>
              <a:rPr lang="en-US" sz="3200"/>
              <a:t>Our project, YEN Coffee House Management System, is a web-based platform designed to help coffee shop owners manage daily operations effectively.</a:t>
            </a:r>
            <a:endParaRPr sz="3200"/>
          </a:p>
          <a:p>
            <a:pPr indent="-3860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3200"/>
              <a:t>It provides integrated modules for:</a:t>
            </a:r>
            <a:endParaRPr sz="3200"/>
          </a:p>
          <a:p>
            <a:pPr indent="-194310" lvl="2" marL="114300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ct val="75000"/>
              <a:buChar char="•"/>
            </a:pPr>
            <a:r>
              <a:rPr lang="en-US" sz="3200"/>
              <a:t>Sales &amp; Orders: Handle in-store and online customer orders, with payment options (PayOS or Cash).</a:t>
            </a:r>
            <a:endParaRPr sz="3200"/>
          </a:p>
          <a:p>
            <a:pPr indent="-194310" lvl="2" marL="114300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ct val="75000"/>
              <a:buChar char="•"/>
            </a:pPr>
            <a:r>
              <a:rPr lang="en-US" sz="3200"/>
              <a:t>Marketing: Manage products, promotions, and campaigns.</a:t>
            </a:r>
            <a:endParaRPr sz="3200"/>
          </a:p>
          <a:p>
            <a:pPr indent="-194310" lvl="2" marL="114300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ct val="75000"/>
              <a:buChar char="•"/>
            </a:pPr>
            <a:r>
              <a:rPr lang="en-US" sz="3200"/>
              <a:t>HR: Manage user accounts and staff roles.</a:t>
            </a:r>
            <a:endParaRPr sz="3200"/>
          </a:p>
          <a:p>
            <a:pPr indent="-194310" lvl="2" marL="114300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ct val="75000"/>
              <a:buChar char="•"/>
            </a:pPr>
            <a:r>
              <a:rPr lang="en-US" sz="3200"/>
              <a:t>Admin Dashboard: Oversee all departments, including users, products, promotions, and system settings.</a:t>
            </a:r>
            <a:endParaRPr sz="3200"/>
          </a:p>
          <a:p>
            <a:pPr indent="-194310" lvl="2" marL="114300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ct val="75000"/>
              <a:buChar char="•"/>
            </a:pPr>
            <a:r>
              <a:rPr lang="en-US" sz="3200"/>
              <a:t>The system aims to digitalize the sales process, enhance customer experience, and support business decision-making through dashboards and reports.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1cccf001b_0_1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47" name="Google Shape;47;g3a1cccf001b_0_1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Project Team Members: 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1.Nguyen Cong Minh - HE180504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2. Nguyen Vu Duc -HE182533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1cccf001b_0_7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53" name="Google Shape;53;g3a1cccf001b_0_7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How Does the Team Manage the Project?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Project Communication:</a:t>
            </a:r>
            <a:endParaRPr/>
          </a:p>
          <a:p>
            <a:pPr indent="-325755" lvl="0" marL="457200" rtl="0" algn="l">
              <a:spcBef>
                <a:spcPts val="48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Weekly meetings on Microsoft Teams and Messenger for discussing progress, assigning tasks, and reviewing deliverables.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Task Assignment &amp; Tracking:</a:t>
            </a:r>
            <a:endParaRPr/>
          </a:p>
          <a:p>
            <a:pPr indent="-325755" lvl="0" marL="457200" rtl="0" algn="l">
              <a:spcBef>
                <a:spcPts val="48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Tasks are managed using GitLab Issues &amp; Boards, where each member is assigned to specific modules with clear deadlines and checklists.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Project Issue Tracking:</a:t>
            </a:r>
            <a:endParaRPr/>
          </a:p>
          <a:p>
            <a:pPr indent="-325755" lvl="0" marL="457200" rtl="0" algn="l">
              <a:spcBef>
                <a:spcPts val="48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Requirements, bugs, and Q&amp;A discussions are documented in GitLab and Google Sheets.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Version control is handled with GitLab Repository, using feature branches and merge requests.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sp>
        <p:nvSpPr>
          <p:cNvPr id="59" name="Google Shape;59;p3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/>
              <a:t>UC for Guess</a:t>
            </a:r>
            <a:endParaRPr/>
          </a:p>
        </p:txBody>
      </p:sp>
      <p:pic>
        <p:nvPicPr>
          <p:cNvPr id="60" name="Google Shape;6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775" y="1069775"/>
            <a:ext cx="5762650" cy="569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1cccf001b_0_15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sp>
        <p:nvSpPr>
          <p:cNvPr id="66" name="Google Shape;66;g3a1cccf001b_0_15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/>
              <a:t>UC for </a:t>
            </a:r>
            <a:r>
              <a:rPr lang="en-US"/>
              <a:t>Customer</a:t>
            </a:r>
            <a:endParaRPr/>
          </a:p>
        </p:txBody>
      </p:sp>
      <p:pic>
        <p:nvPicPr>
          <p:cNvPr id="67" name="Google Shape;67;g3a1cccf001b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775" y="1451000"/>
            <a:ext cx="7054226" cy="501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1cccf001b_0_23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sp>
        <p:nvSpPr>
          <p:cNvPr id="73" name="Google Shape;73;g3a1cccf001b_0_23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/>
              <a:t>UC for </a:t>
            </a:r>
            <a:r>
              <a:rPr lang="en-US"/>
              <a:t>HR</a:t>
            </a:r>
            <a:endParaRPr/>
          </a:p>
        </p:txBody>
      </p:sp>
      <p:pic>
        <p:nvPicPr>
          <p:cNvPr id="74" name="Google Shape;74;g3a1cccf001b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7975" y="1765875"/>
            <a:ext cx="5550150" cy="33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a1cccf001b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775" y="1523450"/>
            <a:ext cx="6948900" cy="533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1cccf001b_0_31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pic>
        <p:nvPicPr>
          <p:cNvPr id="81" name="Google Shape;81;g3a1cccf001b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1275" y="822600"/>
            <a:ext cx="5452049" cy="567792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a1cccf001b_0_31"/>
          <p:cNvSpPr txBox="1"/>
          <p:nvPr/>
        </p:nvSpPr>
        <p:spPr>
          <a:xfrm>
            <a:off x="549250" y="1393750"/>
            <a:ext cx="4460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UC for Marketer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cccf001b_0_39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sp>
        <p:nvSpPr>
          <p:cNvPr id="88" name="Google Shape;88;g3a1cccf001b_0_39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/>
              <a:t>UC for </a:t>
            </a:r>
            <a:r>
              <a:rPr lang="en-US"/>
              <a:t>Cashier</a:t>
            </a:r>
            <a:endParaRPr/>
          </a:p>
        </p:txBody>
      </p:sp>
      <p:pic>
        <p:nvPicPr>
          <p:cNvPr id="89" name="Google Shape;89;g3a1cccf001b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075" y="1511175"/>
            <a:ext cx="7262924" cy="51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cccf001b_0_47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sp>
        <p:nvSpPr>
          <p:cNvPr id="95" name="Google Shape;95;g3a1cccf001b_0_47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/>
              <a:t>UC for Admin </a:t>
            </a:r>
            <a:endParaRPr/>
          </a:p>
        </p:txBody>
      </p:sp>
      <p:pic>
        <p:nvPicPr>
          <p:cNvPr id="96" name="Google Shape;96;g3a1cccf001b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477" y="1389075"/>
            <a:ext cx="7247976" cy="54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Product Functionalities</a:t>
            </a:r>
            <a:endParaRPr i="1" sz="3200"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rPr lang="en-US"/>
              <a:t>Provide product functionalities that you have completed in the project in the forms of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–"/>
            </a:pPr>
            <a:r>
              <a:rPr lang="en-US"/>
              <a:t>Screen flow for all the screens (see sample below)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–"/>
            </a:pPr>
            <a:r>
              <a:rPr lang="en-US"/>
              <a:t>List of NonUI functions (if any)</a:t>
            </a:r>
            <a:endParaRPr/>
          </a:p>
          <a:p>
            <a:pPr indent="0" lvl="0" marL="5715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cccf001b_0_63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Product Functionalities</a:t>
            </a:r>
            <a:endParaRPr i="1" sz="3200"/>
          </a:p>
        </p:txBody>
      </p:sp>
      <p:sp>
        <p:nvSpPr>
          <p:cNvPr id="108" name="Google Shape;108;g3a1cccf001b_0_63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rPr lang="en-US"/>
              <a:t>Provide product functionalities that you have completed in the project in the forms of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–"/>
            </a:pPr>
            <a:r>
              <a:rPr lang="en-US"/>
              <a:t>Screen flow for all the screens (see sample below)</a:t>
            </a:r>
            <a:endParaRPr/>
          </a:p>
          <a:p>
            <a:pPr indent="0" lvl="0" marL="5715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09" name="Google Shape;109;g3a1cccf001b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50" y="2569375"/>
            <a:ext cx="7916299" cy="428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Main Screen UI Design</a:t>
            </a:r>
            <a:endParaRPr i="1" sz="3200"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rPr lang="en-US"/>
              <a:t>Provide screenshot(s) for the main screens that you have completed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–"/>
            </a:pPr>
            <a:r>
              <a:rPr lang="en-US"/>
              <a:t>Main Web screen: Home Page or Landing Page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–"/>
            </a:pPr>
            <a:r>
              <a:rPr lang="en-US"/>
              <a:t>Main Admin screen: Dashboard (if any)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System Design</a:t>
            </a:r>
            <a:br>
              <a:rPr lang="en-US"/>
            </a:br>
            <a:r>
              <a:rPr i="1" lang="en-US" sz="3100"/>
              <a:t>Database Design</a:t>
            </a:r>
            <a:endParaRPr i="1"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/>
              <a:t>Provide database schema here..</a:t>
            </a:r>
            <a:endParaRPr/>
          </a:p>
        </p:txBody>
      </p:sp>
      <p:pic>
        <p:nvPicPr>
          <p:cNvPr id="122" name="Google Shape;12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138" y="1561075"/>
            <a:ext cx="6696350" cy="524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System Design</a:t>
            </a:r>
            <a:br>
              <a:rPr lang="en-US"/>
            </a:br>
            <a:r>
              <a:rPr i="1" lang="en-US" sz="3100"/>
              <a:t>Package Diagram</a:t>
            </a:r>
            <a:endParaRPr i="1"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Char char="•"/>
            </a:pPr>
            <a:r>
              <a:rPr lang="en-US"/>
              <a:t>Provide system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package diagram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here..</a:t>
            </a:r>
            <a:endParaRPr/>
          </a:p>
        </p:txBody>
      </p:sp>
      <p:pic>
        <p:nvPicPr>
          <p:cNvPr id="129" name="Google Shape;1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400" y="976325"/>
            <a:ext cx="4403275" cy="58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Demonstration</a:t>
            </a:r>
            <a:endParaRPr i="1"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rPr lang="en-US"/>
              <a:t>Provide the main workflow(s) that you have completed here..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•"/>
            </a:pPr>
            <a:r>
              <a:rPr lang="en-US" sz="2800"/>
              <a:t>The workflows can be defined by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ts val="2400"/>
              <a:buChar char="–"/>
            </a:pPr>
            <a:r>
              <a:rPr lang="en-US" sz="2400"/>
              <a:t>Main managing information/data entities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ts val="2400"/>
              <a:buChar char="–"/>
            </a:pPr>
            <a:r>
              <a:rPr lang="en-US" sz="2400"/>
              <a:t>Product/system roles or actors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•"/>
            </a:pPr>
            <a:r>
              <a:rPr lang="en-US" sz="2800"/>
              <a:t>Each workflow is designed in the form of a swimlane diagram in which screens &amp; actors/roles are included</a:t>
            </a:r>
            <a:endParaRPr/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8982" y="4424718"/>
            <a:ext cx="6047653" cy="210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35decbfcc_0_13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Demonstration</a:t>
            </a:r>
            <a:endParaRPr i="1"/>
          </a:p>
        </p:txBody>
      </p:sp>
      <p:sp>
        <p:nvSpPr>
          <p:cNvPr id="142" name="Google Shape;142;g3a35decbfcc_0_13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rPr lang="en-US"/>
              <a:t>Sale &amp; Marketing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•"/>
            </a:pPr>
            <a:r>
              <a:t/>
            </a:r>
            <a:endParaRPr/>
          </a:p>
        </p:txBody>
      </p:sp>
      <p:pic>
        <p:nvPicPr>
          <p:cNvPr id="143" name="Google Shape;143;g3a35decbfcc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25" y="2275550"/>
            <a:ext cx="8516500" cy="4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35decbfcc_0_20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Demonstration</a:t>
            </a:r>
            <a:endParaRPr i="1"/>
          </a:p>
        </p:txBody>
      </p:sp>
      <p:sp>
        <p:nvSpPr>
          <p:cNvPr id="149" name="Google Shape;149;g3a35decbfcc_0_20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rPr lang="en-US"/>
              <a:t>HR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•"/>
            </a:pPr>
            <a:r>
              <a:t/>
            </a:r>
            <a:endParaRPr/>
          </a:p>
        </p:txBody>
      </p:sp>
      <p:pic>
        <p:nvPicPr>
          <p:cNvPr id="150" name="Google Shape;150;g3a35decbfcc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72110"/>
            <a:ext cx="9143999" cy="4599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35decbfcc_0_26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Demonstration</a:t>
            </a:r>
            <a:endParaRPr i="1"/>
          </a:p>
        </p:txBody>
      </p:sp>
      <p:sp>
        <p:nvSpPr>
          <p:cNvPr id="156" name="Google Shape;156;g3a35decbfcc_0_26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rPr lang="en-US"/>
              <a:t>Finance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Char char="•"/>
            </a:pPr>
            <a:r>
              <a:t/>
            </a:r>
            <a:endParaRPr/>
          </a:p>
        </p:txBody>
      </p:sp>
      <p:pic>
        <p:nvPicPr>
          <p:cNvPr id="157" name="Google Shape;157;g3a35decbfcc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25" y="2275550"/>
            <a:ext cx="8516500" cy="41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a35decbfcc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50" y="2148483"/>
            <a:ext cx="9143999" cy="4311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Q&amp;A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52" y="1340768"/>
            <a:ext cx="5107285" cy="329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ssion 02_Integration Managemen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2023-06-06T00:47:32Z</dcterms:created>
  <dc:creator>Kien Nguyen</dc:creator>
</cp:coreProperties>
</file>